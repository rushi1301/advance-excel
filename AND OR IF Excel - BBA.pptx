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LOGIC FUNCTIONS  ·  BBA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AND, OR &amp; IF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Conditions in Excel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true, or just one? The logic changes everything.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Problems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depend on more than one condition at once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vs OR Logic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1737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difference — all conditions true, or just 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&amp; OR Formulas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and simple examples for each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10896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with IF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429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TRUE/FALSE into meaningful labels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Problem: Admission Eligibility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rounds, two different rules, same student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for you to solve on your own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That Depend 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One Condition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one IF isn't the problem — the problem is that TWO things need to be true, or only ONE needs to be.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Situations With Multiple Conditions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some need EVERY condition true, others need just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48740" y="2880360"/>
            <a:ext cx="1188720" cy="320040"/>
          </a:xfrm>
          <a:prstGeom prst="roundRect">
            <a:avLst>
              <a:gd name="adj" fmla="val 142857"/>
            </a:avLst>
          </a:prstGeom>
          <a:solidFill>
            <a:srgbClr val="5A8F6E"/>
          </a:solidFill>
          <a:ln/>
        </p:spPr>
      </p:sp>
      <p:sp>
        <p:nvSpPr>
          <p:cNvPr id="8" name="Text 6"/>
          <p:cNvSpPr/>
          <p:nvPr/>
        </p:nvSpPr>
        <p:spPr>
          <a:xfrm>
            <a:off x="134874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only if income is high AND credit score is good — both must hold.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502152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1655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210812" y="2880360"/>
            <a:ext cx="1188720" cy="320040"/>
          </a:xfrm>
          <a:prstGeom prst="roundRect">
            <a:avLst>
              <a:gd name="adj" fmla="val 142857"/>
            </a:avLst>
          </a:prstGeom>
          <a:solidFill>
            <a:srgbClr val="5A8F6E"/>
          </a:solidFill>
          <a:ln/>
        </p:spPr>
      </p:sp>
      <p:sp>
        <p:nvSpPr>
          <p:cNvPr id="15" name="Text 13"/>
          <p:cNvSpPr/>
          <p:nvPr/>
        </p:nvSpPr>
        <p:spPr>
          <a:xfrm>
            <a:off x="4210812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85032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Scholarship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30752" y="37947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only if attendance is 90%+ AND grades are A — every condition required.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64224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78624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278624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072884" y="2880360"/>
            <a:ext cx="118872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72884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47104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Eligibility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92824" y="37947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discount if you're a student OR a senior citizen — either one qualifies.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226296" y="17373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40696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0696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934956" y="2880360"/>
            <a:ext cx="1188720" cy="320040"/>
          </a:xfrm>
          <a:prstGeom prst="roundRect">
            <a:avLst>
              <a:gd name="adj" fmla="val 142857"/>
            </a:avLst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9934956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09176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Admission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454896" y="37947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rounds, two different rules — our live problem for today.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vs OR: The Core Difference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257800" cy="73152"/>
          </a:xfrm>
          <a:prstGeom prst="rect">
            <a:avLst/>
          </a:prstGeom>
          <a:solidFill>
            <a:srgbClr val="5A8F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8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condition must be TRUE”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51760"/>
          <a:ext cx="470916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600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out of 4 combinations passes — the strictest outcome.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371600"/>
            <a:ext cx="525780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least one condition must be TRUE”</a:t>
            </a:r>
            <a:endParaRPr lang="en-US" sz="13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651760"/>
          <a:ext cx="470916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600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53796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 of 4 combinations pass — the most lenient outcome.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AND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=AND( condition1 , condition2 , … 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only if every condition listed is TRUE. Otherwise, returns FALSE.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1A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71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=AND(B2&gt;50,C2="Indian")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as: “Is B2 greater than 50 AND is C2 equal to Indian?” — both must be true to get TRUE.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 Its Own, AND Only Gives TRUE / FALSE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a logic check, not a decision-maker. It cannot show “Eligible” or “Not Eligible” by itself — for that, we need to wrap it inside IF, which we'll do shortly.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=OR( condition1 , condition2 , … 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at least one condition listed is TRUE. Only returns FALSE if all are FALSE.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1A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71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=OR(C2="Pass",D2="Foreign")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as: “Is C2 equal to Pass OR is D2 equal to Foreign?” — just one being true is enough.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Common Mix-Up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easier to satisfy than AND with the same conditions — more rows will end up TRUE. When a formula gives more “yes” results than you expected, check whether you meant AND but wrote OR (or vice-versa).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AND / OR With 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only return TRUE or FALSE. Wrap them in IF to show a friendly label instead.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5A8F6E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 AND(condition1, condition2) , value_if_true , value_if_false 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803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 OR(condition1, condition2) , value_if_true , value_if_false 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1A4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=IF(AND(B2&gt;50,C2="Indian"),"Eligible","Not Eligible")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we'll use for our live problem: the logical test is itself a whole AND / OR formula.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474720" cy="34747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LIVE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Admission Eligibility: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Rounds, Two Rules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applicants. Same data. Very different results depending on AND vs 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2638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349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Priya Iyer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47091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263876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5349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78%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47091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26387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5349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47091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26387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5349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or Foreign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1: The AND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only if the student is Indian AND scored above 50%.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E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=IF(AND(B2&gt;50%,D2="Indian"),"Eligible","Not Eligible")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743200"/>
          <a:ext cx="9601200" cy="210312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Iyer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Chatterjee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Zhang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Elena Petrov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07492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80" y="55321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Zhang scores 82% — higher than Priya Iyer's threshold — but is still Not Eligible in Round 1, purely because AND requires nationality to match too.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2: The OR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if the student passed OR is a foreign national — only one needs to be true.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E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=IF(OR(C2="Pass",D2="Foreign"),"Eligible","Not Eligible")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743200"/>
          <a:ext cx="9601200" cy="210312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Iyer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Zhang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Elena Petrov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07492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BF0D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The Key “Aha” Moment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80" y="55321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Petrov failed her exam AND is not Indian — she fails every Round 1 condition. Yet in Round 2 she is Eligible, because being Foreign alone satisfies the OR.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Students, Two Very Different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uses AND (strict). Round 2 uses OR (lenient). Watch how the results shift.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200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280160"/>
                <a:gridCol w="192024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(AND)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 (OR)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Iyer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Chatterjee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Zhang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Elena Petrov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 Bhatt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8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pattern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(OR) is never stricter than Round 1 (AND) for the same student — anyone eligible under AND stays eligible under OR, and several more become eligible besides.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Practice Exercises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or OR first, then write the formula.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Eligibility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7373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5A8F6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37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only if CGPA ≥ 7.5 AND attendance ≥ 85%.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Waiver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0" y="17373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469880" y="1737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95160" y="21031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 if family income &lt; ₹3,00,000 OR the student is a sports quota admit.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Re-take Allowed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3375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5A8F6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337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6304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only if marks are between 30 and 39 (i.e. ≥30 AND ≤39).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172200" y="32004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Membership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0" y="33375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9880" y="3337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membership if student is in final year OR has a merit rank under 10.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6304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Drive Entry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83480" y="49377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5A8F6E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937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63040" y="53035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only if backlog count = 0 AND CGPA ≥ 6.0.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6172200" y="48006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9516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Priority Allotment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515600" y="4937760"/>
            <a:ext cx="777240" cy="320040"/>
          </a:xfrm>
          <a:prstGeom prst="roundRect">
            <a:avLst>
              <a:gd name="adj" fmla="val 142857"/>
            </a:avLst>
          </a:prstGeom>
          <a:solidFill>
            <a:srgbClr val="E8A33D"/>
          </a:solidFill>
          <a:ln/>
        </p:spPr>
      </p:sp>
      <p:sp>
        <p:nvSpPr>
          <p:cNvPr id="44" name="Text 42"/>
          <p:cNvSpPr/>
          <p:nvPr/>
        </p:nvSpPr>
        <p:spPr>
          <a:xfrm>
            <a:off x="10469880" y="4937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53035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if student is from out-of-state OR has a physical disability certificate.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4813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= every condition must be TRUE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8470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strictest combination — use when nothing can be compromised.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3500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at least one condition must be TRUE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lenient combination — use when any one path qualifies.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2186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alone only return TRUE or FALSE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them inside IF to show a meaningful label like “Eligible”.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0873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different rule, different outcome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44531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which logic the problem actually needs before writing the formula.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956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formula in plain English first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AND that?” vs “Is this OR that?” — say it out loud before typing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2026-07-17T06:47:43Z</dcterms:created>
  <dcterms:modified xsi:type="dcterms:W3CDTF">2026-07-17T06:47:43Z</dcterms:modified>
</cp:coreProperties>
</file>