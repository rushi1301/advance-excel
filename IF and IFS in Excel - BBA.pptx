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LOGIC FUNCTIONS  ·  BBA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Mastering IF &amp; IFS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Real Business Decisions with Excel Logical Formulas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problem first. Then build the formula.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Problems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business decisions that need logical thinking (grading, discounts, eligibility)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Conditions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1737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can break a problem into IF...THEN...ELSE logic before touching Excel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Formula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arguments, and simple examples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10896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&amp; IFS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3429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more than two outcomes, the clean way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Problem: Student Grades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120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real grading sheet step-by-step in Excel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5120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for you to solve on your own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517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Problems That Need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Decisions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write a single formula — what is the business problem we are solving?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Situations, One Common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this condition is true — what should happen? IF not — what then?”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Students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marks are 60 or above, the student passes. But what about A, B, C grades? One condition is not enough.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85032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Commission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30752" y="361188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% changes as sales cross different targets — 5%, 8%, 12%… multiple thresholds, multiple outcomes.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78624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7862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4710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92824" y="361188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loan only if income AND credit score meet certain limits — more than one condition to check.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40696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0696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🚚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0917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Charges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54896" y="361188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cost depends on order value slabs — below ₹500, ₹500–1000, above ₹1000.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Zooming In: The Student Grading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IF only gives us TWO outcomes. But grading needs several: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≥ 90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23060" y="2606040"/>
            <a:ext cx="914400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55848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8C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≥ 75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57700" y="2606040"/>
            <a:ext cx="914400" cy="27432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90488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8C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≥ 60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2340" y="2606040"/>
            <a:ext cx="914400" cy="27432"/>
          </a:xfrm>
          <a:prstGeom prst="rect">
            <a:avLst/>
          </a:prstGeom>
          <a:solidFill>
            <a:srgbClr val="5A8F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25128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8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32688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60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26980" y="2606040"/>
            <a:ext cx="914400" cy="274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697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45720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IF can only ask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choose between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results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needs FOUR possible outcomes — so we must either 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multiple IFs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one another, or use the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function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for exactly this.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 It: Thinking in Conditions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Excel, we think like this — exactly how IF works: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is checked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2148840"/>
            <a:ext cx="128016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20624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606040"/>
            <a:ext cx="128016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0624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5A8F6E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value_if_true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“Pass”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25146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value_if_false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“Fail”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structure of Excel's IF formula — English logic becomes a formula.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2976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condition you are testing (e.g. Marks ≥ 60)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846320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006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outcome when it is TRUE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53035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outcome when it is FALSE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5852160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852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58064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translate this into a formula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 logical_test , value_if_true , value_if_false 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14600"/>
            <a:ext cx="3429000" cy="73152"/>
          </a:xfrm>
          <a:prstGeom prst="rect">
            <a:avLst/>
          </a:prstGeom>
          <a:solidFill>
            <a:srgbClr val="5A8F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logical_test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to check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8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B2&gt;=60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514600"/>
            <a:ext cx="342900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value_if_true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if condition is TRUE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794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"Pass"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514600"/>
            <a:ext cx="3429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value_if_false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if condition is FALSE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794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"Fail"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1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83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=IF(B2&gt;=60,"Pass","Fail")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as: “If the value in B2 is 60 or more, show Pass, otherwise show Fail.”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IF: Handling More Than Two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another IF inside the “false” part to test a second condition — and keep going.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E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=IF(B2&gt;=90,"A",IF(B2&gt;=75,"B",IF(B2&gt;=60,"C","F")))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B2 ≥ 90?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“A”   /   No → check next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24528" y="36118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31089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B2 ≥ 75?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“B”   /   No → check next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73568" y="36118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21040" y="31089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IF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B2 ≥ 60?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“C”   /   No → “F”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75488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C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Watch Out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3035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IFs get hard to read and easy to break as conditions increase — mismatched brackets, wrong order of conditions, and messy formulas. This is exactly the problem IFS was built to solve.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IFS: A Cleaner Way to Test Multiple Conditions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=IFS( condition1, result1, condition2, result2, …, TRUE, default_result 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E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231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=IFS(B2&gt;=90,"A",B2&gt;=75,"B",B2&gt;=60,"C",TRUE,"F")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 the last condition acts as a catch-all — like “otherwise”.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881360" cy="2331720"/>
        </p:xfrm>
        <a:graphic>
          <a:graphicData uri="http://schemas.openxmlformats.org/drawingml/2006/table">
            <a:tbl>
              <a:tblPr/>
              <a:tblGrid>
                <a:gridCol w="3108960"/>
                <a:gridCol w="2587752"/>
                <a:gridCol w="2587752"/>
                <a:gridCol w="2596896"/>
              </a:tblGrid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messy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&amp;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Brackets to manage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nested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add a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474720" cy="34747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LIVE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Solve a Real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Grade Sheet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opening Excel: what conditions does this problem actually have? Discuss with your group first.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Student Marks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 (Grade) is empty. Our job: fill it using a formula, not by typing manually.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737360"/>
          <a:ext cx="7772400" cy="265176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(B)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(C)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 Rao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Kabir Shah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Nair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Gupta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 Iqbal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6634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the formula, decide: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5166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the marks cut-offs for A, B, C, and Fail?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grade should be checked first — highest or lowest?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you use nested IF or IFS?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Formula,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353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boundaries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23444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12344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≥90   B: ≥75   C: ≥60   Else: Fail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404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formula in C2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228600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0E1A47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2860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=IFS(B2&gt;=90,"A",B2&gt;=75,"B",B2&gt;=60,"C",TRUE,"Fail")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456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down for all students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333756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33375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fill handle from C2 to C6 — references update automatically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029200"/>
          <a:ext cx="548640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</a:tblGrid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 Rao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Kabir Shah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Nair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Gupta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 Iqbal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583680" y="502920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4F7FD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5166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 Insight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54864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highest condition first (≥90). If IFS checked ≥60 first, a student scoring 94 would incorrectly get “C” — order of conditions matters!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Practice Exercises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each, first define the conditions in words — then write the formula.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by Attendance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91440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student's attendance is 75% or more, mark “Eligible”, else “Not Eligible”.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Commission Slabs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378440" y="1737360"/>
            <a:ext cx="91440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95160" y="21031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&lt; ₹50,000 → 5%; ₹50,000–₹1,00,000 → 8%; above ₹1,00,000 → 12%.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337560"/>
            <a:ext cx="91440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63040" y="37033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only if Income ≥ ₹40,000 AND Credit Score ≥ 700 (hint: combine with AND).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172200" y="32004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Bonus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378440" y="3337560"/>
            <a:ext cx="91440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272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95160" y="37033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5 → “Outstanding”; 4 → “Good”; 3 → “Average”; below 3 → “Needs Improvement”.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40080" y="48006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63040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Charges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4937760"/>
            <a:ext cx="91440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937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/ IFS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463040" y="53035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&lt; ₹500 → ₹50 charge; ₹500–₹1000 → ₹20 charge; above ₹1000 → Free.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6172200" y="48006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95160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Grades with +/−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378440" y="4937760"/>
            <a:ext cx="91440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44" name="Text 42"/>
          <p:cNvSpPr/>
          <p:nvPr/>
        </p:nvSpPr>
        <p:spPr>
          <a:xfrm>
            <a:off x="10332720" y="4937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95160" y="53035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marks into A+, A, B+, B, C, F using at least five conditions.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formula second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847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condition and both outcomes in plain words before opening Excel.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350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= two outcomes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=IF(logical_test, value_if_true, value_if_false)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218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/ IFS = many outcomes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584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there are 3 or more possible results, like grades.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0873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strictest / highest condition first to avoid wrong results.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956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is easier to read &amp; maintain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5321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stacked brackets — add or edit conditions safely.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2026-07-16T08:15:49Z</dcterms:created>
  <dcterms:modified xsi:type="dcterms:W3CDTF">2026-07-16T08:15:49Z</dcterms:modified>
</cp:coreProperties>
</file>